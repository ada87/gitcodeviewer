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EC3C"/>
    <a:srgbClr val="FE9202"/>
    <a:srgbClr val="FC9778"/>
    <a:srgbClr val="CC0000"/>
    <a:srgbClr val="E6B254"/>
    <a:srgbClr val="1D3A00"/>
    <a:srgbClr val="CC0066"/>
    <a:srgbClr val="D47A02"/>
    <a:srgbClr val="BF7E37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48" y="-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669" y="1197405"/>
            <a:ext cx="8093365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69" y="2724455"/>
            <a:ext cx="8093365" cy="763525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5EEC3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28471"/>
            <a:ext cx="7940659" cy="1221640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502815"/>
            <a:ext cx="7940660" cy="320680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6719019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197405"/>
            <a:ext cx="6719019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1"/>
            <a:ext cx="8246070" cy="1068934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79394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26634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79394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6634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28470"/>
            <a:ext cx="7940660" cy="122164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</a:p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122164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Product B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371726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2022-04-01T16:12:17Z</dcterms:modified>
</cp:coreProperties>
</file>